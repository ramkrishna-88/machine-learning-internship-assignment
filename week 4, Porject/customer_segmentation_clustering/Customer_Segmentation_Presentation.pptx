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Customer Segmentation using Clustering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K-Means • Mall Customers Dataset • Machine Learning &amp; AI</a:t>
            </a:r>
          </a:p>
          <a:p>
            <a:r>
              <a:t>Week 4 Major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Businesses have customers with different demographic and spending patterns.</a:t>
            </a:r>
          </a:p>
          <a:p>
            <a:pPr>
              <a:defRPr sz="2200"/>
            </a:pPr>
            <a:r>
              <a:t>The goal is to group similar customers without predefined target labels.</a:t>
            </a:r>
          </a:p>
          <a:p>
            <a:pPr>
              <a:defRPr sz="2200"/>
            </a:pPr>
            <a:r>
              <a:t>The project uses unsupervised learning to create actionable customer segments.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Mall Customers Dataset specified in the Week 4 project brief.</a:t>
            </a:r>
          </a:p>
          <a:p>
            <a:pPr>
              <a:defRPr sz="2200"/>
            </a:pPr>
            <a:r>
              <a:t>Key variables: Age, Annual Income (k$), Spending Score (1-100).</a:t>
            </a:r>
          </a:p>
          <a:p>
            <a:pPr>
              <a:defRPr sz="2200"/>
            </a:pPr>
            <a:r>
              <a:t>Gender and CustomerID are retained for customer-level analysis but are not used as core clustering features.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Machine Learning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Load and inspect the dataset.</a:t>
            </a:r>
          </a:p>
          <a:p>
            <a:pPr>
              <a:defRPr sz="2200"/>
            </a:pPr>
            <a:r>
              <a:t>Clean invalid or missing numeric values.</a:t>
            </a:r>
          </a:p>
          <a:p>
            <a:pPr>
              <a:defRPr sz="2200"/>
            </a:pPr>
            <a:r>
              <a:t>Select Age, Income and Spending Score.</a:t>
            </a:r>
          </a:p>
          <a:p>
            <a:pPr>
              <a:defRPr sz="2200"/>
            </a:pPr>
            <a:r>
              <a:t>Standardize features using StandardScaler.</a:t>
            </a:r>
          </a:p>
          <a:p>
            <a:pPr>
              <a:defRPr sz="2200"/>
            </a:pPr>
            <a:r>
              <a:t>Inspect K using elbow and silhouette methods.</a:t>
            </a:r>
          </a:p>
          <a:p>
            <a:pPr>
              <a:defRPr sz="2200"/>
            </a:pPr>
            <a:r>
              <a:t>Train K-Means and interpret the resulting clusters.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K-Means Clustering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K-Means is an unsupervised clustering algorithm.</a:t>
            </a:r>
          </a:p>
          <a:p>
            <a:pPr>
              <a:defRPr sz="2200"/>
            </a:pPr>
            <a:r>
              <a:t>It learns K centroids and assigns each customer to the nearest centroid.</a:t>
            </a:r>
          </a:p>
          <a:p>
            <a:pPr>
              <a:defRPr sz="2200"/>
            </a:pPr>
            <a:r>
              <a:t>The final assignment workflow uses K = 3 for Low, Medium and High Spenders.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Cluster Labels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Low Spenders: lowest average spending score.</a:t>
            </a:r>
          </a:p>
          <a:p>
            <a:pPr>
              <a:defRPr sz="2200"/>
            </a:pPr>
            <a:r>
              <a:t>Medium Spenders: intermediate average spending score.</a:t>
            </a:r>
          </a:p>
          <a:p>
            <a:pPr>
              <a:defRPr sz="2200"/>
            </a:pPr>
            <a:r>
              <a:t>High Spenders: highest average spending score.</a:t>
            </a:r>
          </a:p>
          <a:p>
            <a:pPr>
              <a:defRPr sz="2200"/>
            </a:pPr>
            <a:r>
              <a:t>Labels are descriptive interpretations of the clusters.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Evaluation &amp;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Elbow Method — inspect inertia as K changes.</a:t>
            </a:r>
          </a:p>
          <a:p>
            <a:pPr>
              <a:defRPr sz="2200"/>
            </a:pPr>
            <a:r>
              <a:t>Silhouette Score — inspect separation/cohesion.</a:t>
            </a:r>
          </a:p>
          <a:p>
            <a:pPr>
              <a:defRPr sz="2200"/>
            </a:pPr>
            <a:r>
              <a:t>Income vs Spending visualization.</a:t>
            </a:r>
          </a:p>
          <a:p>
            <a:pPr>
              <a:defRPr sz="2200"/>
            </a:pPr>
            <a:r>
              <a:t>Age vs Spending visualization.</a:t>
            </a:r>
          </a:p>
          <a:p>
            <a:pPr>
              <a:defRPr sz="2200"/>
            </a:pPr>
            <a:r>
              <a:t>Interactive 3D Age-Income-Spending visualization.</a:t>
            </a:r>
          </a:p>
          <a:p>
            <a:pPr>
              <a:defRPr sz="2200"/>
            </a:pPr>
            <a:r>
              <a:t>PCA visualization.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Business 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Low Spenders: retention, introductory promotions and product discovery.</a:t>
            </a:r>
          </a:p>
          <a:p>
            <a:pPr>
              <a:defRPr sz="2200"/>
            </a:pPr>
            <a:r>
              <a:t>Medium Spenders: bundles, cross-selling and personalized promotions.</a:t>
            </a:r>
          </a:p>
          <a:p>
            <a:pPr>
              <a:defRPr sz="2200"/>
            </a:pPr>
            <a:r>
              <a:t>High Spenders: loyalty programs and premium customer engagement.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Streamlit web application included in the project.</a:t>
            </a:r>
          </a:p>
          <a:p>
            <a:pPr>
              <a:defRPr sz="2200"/>
            </a:pPr>
            <a:r>
              <a:t>Upload the official Kaggle CSV or use the included demo CSV.</a:t>
            </a:r>
          </a:p>
          <a:p>
            <a:pPr>
              <a:defRPr sz="2200"/>
            </a:pPr>
            <a:r>
              <a:t>View cleaned data, metrics, cluster charts, profiles and PCA.</a:t>
            </a:r>
          </a:p>
          <a:p>
            <a:pPr>
              <a:defRPr sz="2200"/>
            </a:pPr>
            <a:r>
              <a:t>Download the segmented customer CSV.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Add purchase frequency and transaction value.</a:t>
            </a:r>
          </a:p>
          <a:p>
            <a:pPr>
              <a:defRPr sz="2200"/>
            </a:pPr>
            <a:r>
              <a:t>Compare K-Means with DBSCAN and hierarchical clustering.</a:t>
            </a:r>
          </a:p>
          <a:p>
            <a:pPr>
              <a:defRPr sz="2200"/>
            </a:pPr>
            <a:r>
              <a:t>Connect the dashboard to a database.</a:t>
            </a:r>
          </a:p>
          <a:p>
            <a:pPr>
              <a:defRPr sz="2200"/>
            </a:pPr>
            <a:r>
              <a:t>Add customer-level recommendations.</a:t>
            </a:r>
          </a:p>
          <a:p>
            <a:pPr>
              <a:defRPr sz="2200"/>
            </a:pPr>
            <a:r>
              <a:t>Deploy the dashboard for business users.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The project implements a complete unsupervised ML pipeline.</a:t>
            </a:r>
          </a:p>
          <a:p>
            <a:pPr>
              <a:defRPr sz="2200"/>
            </a:pPr>
            <a:r>
              <a:t>K-Means converts customer attributes into interpretable segments.</a:t>
            </a:r>
          </a:p>
          <a:p>
            <a:pPr>
              <a:defRPr sz="2200"/>
            </a:pPr>
            <a:r>
              <a:t>The result is presented as a business analytics dashboard.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